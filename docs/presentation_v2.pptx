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School Management System for Kyamatu Primary School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Mwange Musa Muthami (23/05037)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February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Student:</a:t>
            </a:r>
            <a:r>
              <a:rPr/>
              <a:t> Mwange Musa Muthami (23/05037)</a:t>
            </a:r>
          </a:p>
          <a:p>
            <a:pPr lvl="0"/>
            <a:r>
              <a:rPr b="1"/>
              <a:t>Programme:</a:t>
            </a:r>
            <a:r>
              <a:rPr/>
              <a:t> Bachelor of Information Technology (BIT 3105)</a:t>
            </a:r>
          </a:p>
          <a:p>
            <a:pPr lvl="0"/>
            <a:r>
              <a:rPr b="1"/>
              <a:t>Supervisor:</a:t>
            </a:r>
            <a:r>
              <a:rPr/>
              <a:t> Dr. Kevin Mugoye Sindu / Dr. Simon N. Mwendia</a:t>
            </a:r>
          </a:p>
          <a:p>
            <a:pPr lvl="0"/>
            <a:r>
              <a:rPr b="1"/>
              <a:t>Submission Date:</a:t>
            </a:r>
            <a:r>
              <a:rPr/>
              <a:t> February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ONE: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Context:</a:t>
            </a:r>
            <a:r>
              <a:rPr/>
              <a:t> Kyamatu Primary School is a public institution in Voo, Kitui County under the CBC framework.</a:t>
            </a:r>
          </a:p>
          <a:p>
            <a:pPr lvl="0"/>
            <a:r>
              <a:rPr b="1"/>
              <a:t>Current State:</a:t>
            </a:r>
            <a:r>
              <a:rPr/>
              <a:t> The school heavily relies on physical record books, manual termly fee ledgers, and paper receipts for nearly all administrative operations.</a:t>
            </a:r>
          </a:p>
          <a:p>
            <a:pPr lvl="0"/>
            <a:r>
              <a:rPr b="1"/>
              <a:t>Impact:</a:t>
            </a:r>
            <a:r>
              <a:rPr/>
              <a:t> Significant inefficiencies in compiling reports, high risks of data loss, and limited parental involvement.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ONE: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Data Degradation:</a:t>
            </a:r>
            <a:r>
              <a:rPr/>
              <a:t> Regional ICT reports show rural schools using manual systems suffer up to 15% academic data loss/degradation.</a:t>
            </a:r>
          </a:p>
          <a:p>
            <a:pPr lvl="0" indent="-342900" marL="342900">
              <a:buAutoNum type="arabicPeriod"/>
            </a:pPr>
            <a:r>
              <a:rPr b="1"/>
              <a:t>Time Loss:</a:t>
            </a:r>
            <a:r>
              <a:rPr/>
              <a:t> Manual terminal fee balancing takes up to 30 hours per term for the bursar.</a:t>
            </a:r>
          </a:p>
          <a:p>
            <a:pPr lvl="0" indent="-342900" marL="342900">
              <a:buAutoNum type="arabicPeriod"/>
            </a:pPr>
            <a:r>
              <a:rPr b="1"/>
              <a:t>Information Blind Spots:</a:t>
            </a:r>
            <a:r>
              <a:rPr/>
              <a:t> Parents cannot verify fee balances or check attendance in real-time.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ONE: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centralized, cloud-hosted </a:t>
            </a:r>
            <a:r>
              <a:rPr b="1"/>
              <a:t>School Management System</a:t>
            </a:r>
            <a:r>
              <a:rPr/>
              <a:t> featuring: - Dedicated, role-based Web Portals for Staff and Parents. - Interactive Data Dashboards. - Mobile-responsive UI.</a:t>
            </a:r>
          </a:p>
          <a:p>
            <a:pPr lvl="0" indent="0" marL="0">
              <a:buNone/>
            </a:pPr>
            <a:r>
              <a:rPr i="1"/>
              <a:t>This isn’t merely digitizing records; it entirely automates terminal reporting and fee reconciliations via external APIs.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ONE: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System Objectives:</a:t>
            </a:r>
            <a:r>
              <a:rPr/>
              <a:t> 1. To uniqueness track daily attendance via Web-Based QR portal. 2. To automate the computation of CBC-aligned grades into PDFs. 3. To seamlessly synchronize fee payments processing via M-Pesa STK Push.</a:t>
            </a:r>
          </a:p>
          <a:p>
            <a:pPr lvl="0" indent="0" marL="0">
              <a:buNone/>
            </a:pPr>
            <a:r>
              <a:rPr b="1"/>
              <a:t>Research Objectives:</a:t>
            </a:r>
            <a:r>
              <a:rPr/>
              <a:t> 1. To investigate manual bottlenecks at Kyamatu Primary. 2. To design an ERD and robust system architecture. 3. To develop and deploy a full-stack academic web application.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ONE: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 Kyamatu Primary:</a:t>
            </a:r>
            <a:r>
              <a:rPr/>
              <a:t> - Drastically reduces administrative man-hours and eliminates arithmetic errors in financial/academic ledgers. - Provides real-time metrics for definitive decision-making.</a:t>
            </a:r>
          </a:p>
          <a:p>
            <a:pPr lvl="0" indent="0" marL="0">
              <a:buNone/>
            </a:pPr>
            <a:r>
              <a:rPr b="1"/>
              <a:t>To Parents &amp; Society:</a:t>
            </a:r>
            <a:r>
              <a:rPr/>
              <a:t> - Grants immediate, remote visibility into children’s academic metrics. - Secures fee payments remotely via integrated mobile money channels.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TWO: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ShulePro</a:t>
            </a:r>
            <a:r>
              <a:rPr/>
              <a:t> - </a:t>
            </a:r>
            <a:r>
              <a:rPr i="1"/>
              <a:t>Gaps identified:</a:t>
            </a:r>
            <a:r>
              <a:rPr/>
              <a:t> A desktop application that lacks cloud accessibility for parents, native Web-QR attendance, and integrated CBC formative grading engines.</a:t>
            </a:r>
          </a:p>
          <a:p>
            <a:pPr lvl="0" indent="0" marL="0">
              <a:buNone/>
            </a:pPr>
            <a:r>
              <a:rPr b="1"/>
              <a:t>2. Zeraki Analytics</a:t>
            </a:r>
            <a:r>
              <a:rPr/>
              <a:t> - </a:t>
            </a:r>
            <a:r>
              <a:rPr i="1"/>
              <a:t>Gaps identified:</a:t>
            </a:r>
            <a:r>
              <a:rPr/>
              <a:t> Heavily tailored for secondary 8-4-4 ranking systems. Overly complex for a rural primary infrastructure and lacks a direct M-Pesa sandbox checkout flow for primary levies.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THREE: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Research Methodology:</a:t>
            </a:r>
            <a:r>
              <a:rPr/>
              <a:t> - </a:t>
            </a:r>
            <a:r>
              <a:rPr b="1"/>
              <a:t>Data Collection:</a:t>
            </a:r>
            <a:r>
              <a:rPr/>
              <a:t> Semi-structured interviews with Headteacher and Bursar. - </a:t>
            </a:r>
            <a:r>
              <a:rPr b="1"/>
              <a:t>Sampling:</a:t>
            </a:r>
            <a:r>
              <a:rPr/>
              <a:t> Purposive sampling.</a:t>
            </a:r>
          </a:p>
          <a:p>
            <a:pPr lvl="0" indent="0" marL="0">
              <a:buNone/>
            </a:pPr>
            <a:r>
              <a:rPr b="1"/>
              <a:t>Development Methodology:</a:t>
            </a:r>
            <a:r>
              <a:rPr/>
              <a:t> - </a:t>
            </a:r>
            <a:r>
              <a:rPr b="1"/>
              <a:t>Agile (Scrum):</a:t>
            </a:r>
            <a:r>
              <a:rPr/>
              <a:t> Iterative sprints (e.g., Sprint 1: User Auth, Sprint 2: Attendance &amp; CBC Grading, Sprint 3: M-Pesa Integration).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Budget &amp; Schedule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Hardware/Software Budget Estimate:</a:t>
            </a:r>
            <a:r>
              <a:rPr/>
              <a:t> KES 99,000 (Development Laptop, Hosting, Internet Data).</a:t>
            </a:r>
          </a:p>
          <a:p>
            <a:pPr lvl="0"/>
            <a:r>
              <a:rPr b="1"/>
              <a:t>Core Schedule (Key Milestones):</a:t>
            </a:r>
          </a:p>
          <a:p>
            <a:pPr lvl="1"/>
            <a:r>
              <a:rPr/>
              <a:t>Project Proposal (Sept 2025)</a:t>
            </a:r>
          </a:p>
          <a:p>
            <a:pPr lvl="1"/>
            <a:r>
              <a:rPr/>
              <a:t>System Design (Oct 2025)</a:t>
            </a:r>
          </a:p>
          <a:p>
            <a:pPr lvl="1"/>
            <a:r>
              <a:rPr/>
              <a:t>Implementation Phase (Nov 2025 - Jan 2026)</a:t>
            </a:r>
          </a:p>
          <a:p>
            <a:pPr lvl="1"/>
            <a:r>
              <a:rPr/>
              <a:t>Final Deployment &amp; Report (Feb 2026)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(Focus on developed system capabilities)</a:t>
            </a:r>
          </a:p>
          <a:p>
            <a:pPr lvl="0" indent="-342900" marL="342900">
              <a:buAutoNum type="arabicPeriod"/>
            </a:pPr>
            <a:r>
              <a:rPr/>
              <a:t>Role-specific Dashboard Overviews</a:t>
            </a:r>
          </a:p>
          <a:p>
            <a:pPr lvl="0" indent="-342900" marL="342900">
              <a:buAutoNum type="arabicPeriod"/>
            </a:pPr>
            <a:r>
              <a:rPr/>
              <a:t>Instant QR Code Attendance Module</a:t>
            </a:r>
          </a:p>
          <a:p>
            <a:pPr lvl="0" indent="-342900" marL="342900">
              <a:buAutoNum type="arabicPeriod"/>
            </a:pPr>
            <a:r>
              <a:rPr/>
              <a:t>CBC Grading &amp; PDF Report Generation</a:t>
            </a:r>
          </a:p>
          <a:p>
            <a:pPr lvl="0" indent="-342900" marL="342900">
              <a:buAutoNum type="arabicPeriod"/>
            </a:pPr>
            <a:r>
              <a:rPr/>
              <a:t>Direct M-Pesa STK Push Integration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Digitizing Kyamatu Primary ensures absolute data integrity.</a:t>
            </a:r>
          </a:p>
          <a:p>
            <a:pPr lvl="0"/>
            <a:r>
              <a:rPr/>
              <a:t>Aligns entirely with Ministry of Education reporting guidelines.</a:t>
            </a:r>
          </a:p>
          <a:p>
            <a:pPr lvl="0"/>
            <a:r>
              <a:rPr/>
              <a:t>Modernizes fee tracks and closes the parent-school communication loop.</a:t>
            </a:r>
          </a:p>
          <a:p>
            <a:pPr lvl="0" indent="0" marL="0">
              <a:buNone/>
            </a:pPr>
            <a:r>
              <a:rPr b="1"/>
              <a:t>Thank you.</a:t>
            </a:r>
            <a:r>
              <a:rPr/>
              <a:t> </a:t>
            </a:r>
            <a:r>
              <a:rPr i="1"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 for Kyamatu Primary School</dc:title>
  <dc:creator>Mwange Musa Muthami (23/05037)</dc:creator>
  <cp:keywords/>
  <dcterms:created xsi:type="dcterms:W3CDTF">2026-02-21T14:20:56Z</dcterms:created>
  <dcterms:modified xsi:type="dcterms:W3CDTF">2026-02-21T14:20:56Z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February 2026</vt:lpwstr>
  </property>
</Properties>
</file>