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School Management System for Kyamatu Primary School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Mwange Musa Muthami (23/05037)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February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Student:</a:t>
            </a:r>
            <a:r>
              <a:rPr/>
              <a:t> Mwange Musa Muthami</a:t>
            </a:r>
          </a:p>
          <a:p>
            <a:pPr lvl="0"/>
            <a:r>
              <a:rPr b="1"/>
              <a:t>Registration No:</a:t>
            </a:r>
            <a:r>
              <a:rPr/>
              <a:t> 23/05037</a:t>
            </a:r>
          </a:p>
          <a:p>
            <a:pPr lvl="0"/>
            <a:r>
              <a:rPr b="1"/>
              <a:t>Programme:</a:t>
            </a:r>
            <a:r>
              <a:rPr/>
              <a:t> Bachelor of Information Technology</a:t>
            </a:r>
          </a:p>
          <a:p>
            <a:pPr lvl="0"/>
            <a:r>
              <a:rPr b="1"/>
              <a:t>Project Title:</a:t>
            </a:r>
            <a:r>
              <a:rPr/>
              <a:t> School Management System for Kyamatu Primary School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About Kyamatu Primary School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Public primary school in Voo, Kitui County.</a:t>
            </a:r>
          </a:p>
          <a:p>
            <a:pPr lvl="0"/>
            <a:r>
              <a:rPr/>
              <a:t>Serves learners from Pre-Primary 1 (PP1) through Grade 9.</a:t>
            </a:r>
          </a:p>
          <a:p>
            <a:pPr lvl="0"/>
            <a:r>
              <a:rPr/>
              <a:t>Follows Kenya’s Competency-Based Curriculum (CBC).</a:t>
            </a:r>
          </a:p>
          <a:p>
            <a:pPr lvl="0"/>
            <a:r>
              <a:rPr b="1"/>
              <a:t>Current State:</a:t>
            </a:r>
            <a:r>
              <a:rPr/>
              <a:t> Relies entirely on manual, paper-based systems for administrative and academic tasks.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Data Loss &amp; Inaccuracy:</a:t>
            </a:r>
            <a:r>
              <a:rPr/>
              <a:t> Paper records are easily lost/damaged; manual calculations lead to errors.</a:t>
            </a:r>
          </a:p>
          <a:p>
            <a:pPr lvl="0" indent="-342900" marL="342900">
              <a:buAutoNum type="arabicPeriod"/>
            </a:pPr>
            <a:r>
              <a:rPr b="1"/>
              <a:t>Inefficiency:</a:t>
            </a:r>
            <a:r>
              <a:rPr/>
              <a:t> Teachers and administrators waste hours on manual workflows (report cards, fee tracking).</a:t>
            </a:r>
          </a:p>
          <a:p>
            <a:pPr lvl="0" indent="-342900" marL="342900">
              <a:buAutoNum type="arabicPeriod"/>
            </a:pPr>
            <a:r>
              <a:rPr b="1"/>
              <a:t>Lack of Visibility:</a:t>
            </a:r>
            <a:r>
              <a:rPr/>
              <a:t> Parents cannot check attendance, academic progress, or fee balances in real-time.</a:t>
            </a:r>
          </a:p>
          <a:p>
            <a:pPr lvl="0" indent="-342900" marL="342900">
              <a:buAutoNum type="arabicPeriod"/>
            </a:pPr>
            <a:r>
              <a:rPr b="1"/>
              <a:t>Poor Tracking:</a:t>
            </a:r>
            <a:r>
              <a:rPr/>
              <a:t> Manual fee collection and attendance marking are cumbersome and prone to disputes.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fully digitized, web-based School Management System providing role-based access for Administrators, Teachers, Bursars, Students, and Parents.</a:t>
            </a:r>
          </a:p>
          <a:p>
            <a:pPr lvl="0" indent="0" marL="0">
              <a:buNone/>
            </a:pPr>
            <a:r>
              <a:rPr b="1"/>
              <a:t>Key Offerings:</a:t>
            </a:r>
            <a:r>
              <a:rPr/>
              <a:t> - Centralized digital student and staff records. - Automated report card and document generation. - Real-time parent access to performance and fee balances.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Built using a modern, scalable architecture:</a:t>
            </a:r>
          </a:p>
          <a:p>
            <a:pPr lvl="0"/>
            <a:r>
              <a:rPr b="1"/>
              <a:t>Frontend:</a:t>
            </a:r>
            <a:r>
              <a:rPr/>
              <a:t> React 18, Vite, Tailwind CSS (Hosted on Cloudflare Pages)</a:t>
            </a:r>
          </a:p>
          <a:p>
            <a:pPr lvl="0"/>
            <a:r>
              <a:rPr b="1"/>
              <a:t>Backend:</a:t>
            </a:r>
            <a:r>
              <a:rPr/>
              <a:t> Node.js, Express.js (Hosted on Render)</a:t>
            </a:r>
          </a:p>
          <a:p>
            <a:pPr lvl="0"/>
            <a:r>
              <a:rPr b="1"/>
              <a:t>Database:</a:t>
            </a:r>
            <a:r>
              <a:rPr/>
              <a:t> PostgreSQL managed via Prisma ORM</a:t>
            </a:r>
          </a:p>
          <a:p>
            <a:pPr lvl="0"/>
            <a:r>
              <a:rPr b="1"/>
              <a:t>Authentication:</a:t>
            </a:r>
            <a:r>
              <a:rPr/>
              <a:t> JWT (JSON Web Tokens) with Role-Based Access Control</a:t>
            </a:r>
          </a:p>
          <a:p>
            <a:pPr lvl="0"/>
            <a:r>
              <a:rPr b="1"/>
              <a:t>Integrations:</a:t>
            </a:r>
            <a:r>
              <a:rPr/>
              <a:t> Safaricom Daraja API for M-Pesa payments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CBC Assessment Engine:</a:t>
            </a:r>
            <a:r>
              <a:rPr/>
              <a:t> Fully implements the CBC framework (EE, ME, AE, BE grades).</a:t>
            </a:r>
          </a:p>
          <a:p>
            <a:pPr lvl="0"/>
            <a:r>
              <a:rPr b="1"/>
              <a:t>Automated Document Generation:</a:t>
            </a:r>
            <a:r>
              <a:rPr/>
              <a:t> Instant, natively generated PDFs for report cards, fee statements, and certificates.</a:t>
            </a:r>
          </a:p>
          <a:p>
            <a:pPr lvl="0"/>
            <a:r>
              <a:rPr b="1"/>
              <a:t>Digital Attendance Tracker:</a:t>
            </a:r>
            <a:r>
              <a:rPr/>
              <a:t> Features Web-based QR Code Scanning for instant, real-time student check-ins.</a:t>
            </a:r>
          </a:p>
          <a:p>
            <a:pPr lvl="0"/>
            <a:r>
              <a:rPr b="1"/>
              <a:t>Dynamic Dashboards:</a:t>
            </a:r>
            <a:r>
              <a:rPr/>
              <a:t> Tailored statistical views for every role.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M-Pesa Fee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Seamless Payments:</a:t>
            </a:r>
            <a:r>
              <a:rPr/>
              <a:t> Integrated directly with Safaricom’s Daraja API.</a:t>
            </a:r>
          </a:p>
          <a:p>
            <a:pPr lvl="0"/>
            <a:r>
              <a:rPr b="1"/>
              <a:t>STK Push Generation:</a:t>
            </a:r>
            <a:r>
              <a:rPr/>
              <a:t> Parents can initiate a prompt straight to their phone from the portal.</a:t>
            </a:r>
          </a:p>
          <a:p>
            <a:pPr lvl="0"/>
            <a:r>
              <a:rPr b="1"/>
              <a:t>Automated Reconciling:</a:t>
            </a:r>
            <a:r>
              <a:rPr/>
              <a:t> Immediate database update via webhooks upon successful payment, eliminating manual receipts.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Live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Key aspects to be demonstrated:</a:t>
            </a:r>
          </a:p>
          <a:p>
            <a:pPr lvl="0" indent="-342900" marL="342900">
              <a:buAutoNum type="arabicPeriod"/>
            </a:pPr>
            <a:r>
              <a:rPr/>
              <a:t>Role-specific Dashboards</a:t>
            </a:r>
          </a:p>
          <a:p>
            <a:pPr lvl="0" indent="-342900" marL="342900">
              <a:buAutoNum type="arabicPeriod"/>
            </a:pPr>
            <a:r>
              <a:rPr/>
              <a:t>QR Code Attendance Scanner</a:t>
            </a:r>
          </a:p>
          <a:p>
            <a:pPr lvl="0" indent="-342900" marL="342900">
              <a:buAutoNum type="arabicPeriod"/>
            </a:pPr>
            <a:r>
              <a:rPr/>
              <a:t>CBC Grading &amp; Instant PDF Report Generation</a:t>
            </a:r>
          </a:p>
          <a:p>
            <a:pPr lvl="0" indent="-342900" marL="342900">
              <a:buAutoNum type="arabicPeriod"/>
            </a:pPr>
            <a:r>
              <a:rPr/>
              <a:t>M-Pesa STK Push Integration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Replaces outdated manual systems with a secure, efficient digital platform.</a:t>
            </a:r>
          </a:p>
          <a:p>
            <a:pPr lvl="0"/>
            <a:r>
              <a:rPr/>
              <a:t>Ensures absolute data integrity and fast retrieval.</a:t>
            </a:r>
          </a:p>
          <a:p>
            <a:pPr lvl="0"/>
            <a:r>
              <a:rPr/>
              <a:t>Fully aligned with the Ministry of Education’s CBC reporting guidelines.</a:t>
            </a:r>
          </a:p>
          <a:p>
            <a:pPr lvl="0"/>
            <a:r>
              <a:rPr/>
              <a:t>Drastically improves parental engagement and school revenue tracking.</a:t>
            </a:r>
          </a:p>
          <a:p>
            <a:pPr lvl="0" indent="0" marL="0">
              <a:buNone/>
            </a:pPr>
            <a:r>
              <a:rPr b="1"/>
              <a:t>Thank you.</a:t>
            </a:r>
            <a:r>
              <a:rPr/>
              <a:t> </a:t>
            </a:r>
            <a:r>
              <a:rPr i="1"/>
              <a:t>Any Questions?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 Management System for Kyamatu Primary School</dc:title>
  <dc:creator>Mwange Musa Muthami (23/05037)</dc:creator>
  <cp:keywords/>
  <dcterms:created xsi:type="dcterms:W3CDTF">2026-02-21T14:15:34Z</dcterms:created>
  <dcterms:modified xsi:type="dcterms:W3CDTF">2026-02-21T14:15:34Z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February 2026</vt:lpwstr>
  </property>
</Properties>
</file>