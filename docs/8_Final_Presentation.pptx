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SCHOOL MANAGEMENT SYSTEM</a:t>
            </a:r>
            <a:br/>
            <a:r>
              <a:t>FOR KYAMATU PRIMARY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Mwange Musa Muthami  •  23/05037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Supervisor: Dr. Simon N. Mwendia / Dr. Kevin Mugoye Sindu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Bachelor of Information Technology  •  BIT 3105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Inefficient manual tracking of student admissions and staff assignments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Tedious and error-prone manual computation of CBC grades and report cards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Lack of centralized, real-time daily attendance tracking across classes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Difficulty in managing, tracking, and reconciling fee invoices and payments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Poor communication channels for school announcements and updates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Complex and disjointed manual scheduling for weekly school timetables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System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84048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• Centralized cloud platform for all school data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• Automated CBC grading and report card generation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• Digital attendance tracking with statistics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• Fee management with payment tracking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• Timetable scheduling and management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• Communication tools (</a:t>
            </a:r>
            <a:r>
              <a:rPr dirty="0" err="1"/>
              <a:t>announcementss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• Role-based access control (Admin, Teacher,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Investigate data loss in current manual systems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Evaluate digital literacy of stakeholders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Design scalable CBC-aligned data model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Implement and test full-stack web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React 18 + Vite + Tailwind CSS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Single Page Application UI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Node.js 20 + Express.js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RESTful API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PostgreSQL 15 + Prisma ORM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Relational Data Storage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JWT + bcrypt (12 rounds)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Authentication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Zustand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 State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Cloudflare Pages + Render + Supabase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Cloud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Three-Tier Client-Server Architecture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Client Tier: React 18 SPA served via Cloudflare Pages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Server Tier: Express.js API with 9-layer middleware pipeline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Database Tier: PostgreSQL with 23+ tables, UUID keys, indexed columns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Middleware: CORS → Helmet → Rate Limit → Auth → RBAC → Validate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Auto-deploy via GitHub to Render (backend) and Cloudflare (frontend)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23+ tables designed with Prisma ORM on PostgreSQL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UUID-based primary keys for all entities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Key entities: User, Student, Staff, Class, Grade, Subject, Attendance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Assessment, AssessmentScore, ReportCard, FeeStructure, Invoice, Payment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Unique constraints prevent duplicate records (e.g., attendance per day)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Indexed columns for fast lookups: email, admission number, dates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6 enums: Role, AdmissionStatus, AttendanceStatus, CompetencyRating, PaymentMethod, PaymentStatus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Modules Implemented (11 Modules — 100% Complete)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Authentication &amp; RBAC (6 roles)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Student Management (CRUD + admissions)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Staff Management (assignments)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Academic Structure (CBC grades, terms)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Attendance Tracking (daily marking)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Assessment &amp; Grading (CBC + traditional)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Report Cards (rankings, averages)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Fees Management (invoices, payments)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Communication (announcements, DMs)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Timetable (weekly grid)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Dashboards (Admin + Student)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✅ Deployed to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Security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JWT authentication with 15-minute access tokens + 7-day refresh tokens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Password hashing with bcrypt (12 salt rounds)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Role-Based Access Control (RBAC) middleware on every route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Redis-backed rate limiting to prevent brute-force attacks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Helmet.js for XSS, CSRF, and clickjacking protection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Input validation (express-validator) + sanitization middleware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Comprehensive audit log (action, entity, user, IP, timestamp)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Frontend — 17 Pages Implemented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Login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Email/password authentication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Role-specific analytics &amp; widgets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Student list with search, filter, CRUD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Admin/Teacher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Admissions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Approval/rejection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Staff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Staff management &amp; assignments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Attendance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Daily marking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Assessments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Score entry with auto-grading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Report card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Admin/Teacher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Fees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Invoices, payments, balances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Bursar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Weekly grid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Testing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Type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Unit Testing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Vitest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 service functions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Integration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Postman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All API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User Acceptance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End-to-end workflows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Cross-Browser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Chrome, Firefox, Edge, Safari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Responsive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DevTools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320px – 1920px viewports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Manual + Helmet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Auth, RBAC, 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46 test cases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Challenges &amp; Solutions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Supabase connection failures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Connection pooling + Prisma retry logic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Data loss after page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Removed auto-seeding from login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Assessments not grouped by term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Refactored query with term relations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Dashboard showing placeholder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Replaced with live API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Rate limiting in production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Redis-backed store with graceful fallback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🖥️  LIVE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M-Pesa STK Push Integration — direct mobile money payments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SMS / Email Notifications — automated alerts for attendance &amp; fees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Flutter Parent App — native mobile app for parents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PDF Report Cards — server-side PDF generation with PDFKit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Multi-School Support — extend architecture for multiple institutions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All 11 modules successfully designed, developed, tested, and deployed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100% functional requirement coverage achieved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System addresses: manual records, data loss, slow reports, poor communication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Fully compliant with Kenya's CBC grading framework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User acceptance testing completed with school administrators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• System is live and accessible to all stakeholders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Mwange Musa Muthami  •  23/05037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GitHub: https://github.com/MuthamiM/KYAMATU-SMS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932</Words>
  <Application>Microsoft Office PowerPoint</Application>
  <PresentationFormat>On-screen Show (4:3)</PresentationFormat>
  <Paragraphs>180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Musa Mwange</cp:lastModifiedBy>
  <cp:revision>2</cp:revision>
  <dcterms:created xsi:type="dcterms:W3CDTF">2013-01-27T09:14:16Z</dcterms:created>
  <dcterms:modified xsi:type="dcterms:W3CDTF">2026-04-19T07:59:09Z</dcterms:modified>
  <cp:category/>
</cp:coreProperties>
</file>