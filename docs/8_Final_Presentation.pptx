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7BFF"/>
                </a:solidFill>
              </a:defRPr>
            </a:pPr>
            <a:r>
              <a:t>SCHOOL MANAGEMENT SYSTEM</a:t>
            </a:r>
            <a:br/>
            <a:r>
              <a:t>FOR KYAMATU PRIMARY SCHOOL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0E0E0"/>
                </a:solidFill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Mwange Musa Muthami  •  23/05037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4805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0E0E0"/>
                </a:solidFill>
              </a:defRPr>
            </a:pPr>
            <a:r>
              <a:t>Supervisor: Dr. Simon N. Mwendia / Dr. Kevin Mugoye Sindu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0E0E0"/>
                </a:solidFill>
              </a:defRPr>
            </a:pPr>
            <a:r>
              <a:t>Bachelor of Information Technology  •  BIT 3105  •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7BFF"/>
                </a:solidFill>
              </a:defRPr>
            </a:pPr>
            <a:r>
              <a:t>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8229600" cy="18288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Kyamatu Primary School relies on paper-based records for all operations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30% of staff time spent on manual transcription of attendance and grades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Physical records vulnerable to loss, damage, and unauthorized alteration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15% data inconsistency rate across term transitions (MoE, 2023)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Parents have no remote access to student academic or financial data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No automated CBC competency grading — everything computed by hand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7BFF"/>
                </a:solidFill>
              </a:defRPr>
            </a:pPr>
            <a:r>
              <a:t>Project Objectives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8229600" cy="18288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853"/>
                </a:solidFill>
              </a:defRPr>
            </a:pPr>
            <a:r>
              <a:t>System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05156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853"/>
                </a:solidFill>
              </a:defRPr>
            </a:pPr>
            <a:r>
              <a:t>Research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• Centralized cloud platform for all school data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• Automated CBC grading and report card generation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• Digital attendance tracking with statistics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• Fee management with payment tracking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55448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• Investigate data loss in current manual systems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• Evaluate digital literacy of stakeholders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• Design scalable CBC-aligned data model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• Implement and test full-stack web application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7BFF"/>
                </a:solidFill>
              </a:defRPr>
            </a:pPr>
            <a:r>
              <a:t>Technology Stack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8229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>
                    <a:solidFill>
                      <a:srgbClr val="007B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Technology</a:t>
                      </a:r>
                    </a:p>
                  </a:txBody>
                  <a:tcPr>
                    <a:solidFill>
                      <a:srgbClr val="007B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007B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Frontend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React 18 + Vite + Tailwind CSS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Single Page Application UI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Backend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Node.js 20 + Express.js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RESTful API Server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Database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PostgreSQL 15 + Prisma ORM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Relational Data Storage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Auth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JWT + bcrypt (12 rounds)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Authentication &amp; Security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State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Zustand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Frontend State Management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Hosting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Cloudflare Pages + Render + Supabase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Cloud Deployment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7BFF"/>
                </a:solidFill>
              </a:defRPr>
            </a:pPr>
            <a: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8229600" cy="18288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Three-Tier Client-Server Architecture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Client Tier: React 18 SPA served via Cloudflare Pages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Server Tier: Express.js API with 9-layer middleware pipeline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Database Tier: PostgreSQL with 23+ tables, UUID keys, indexed columns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Middleware: CORS → Helmet → Rate Limit → Auth → RBAC → Validate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Auto-deploy via GitHub to Render (backend) and Cloudflare (frontend)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7BFF"/>
                </a:solidFill>
              </a:defRPr>
            </a:pPr>
            <a:r>
              <a:t>Database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8229600" cy="18288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23+ tables designed with Prisma ORM on PostgreSQL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UUID-based primary keys for all entities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Key entities: User, Student, Staff, Class, Grade, Subject, Attendance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Assessment, AssessmentScore, ReportCard, FeeStructure, Invoice, Payment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Unique constraints prevent duplicate records (e.g., attendance per day)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Indexed columns for fast lookups: email, admission number, dates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6 enums: Role, AdmissionStatus, AttendanceStatus, CompetencyRating, PaymentMethod, PaymentStatus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7BFF"/>
                </a:solidFill>
              </a:defRPr>
            </a:pPr>
            <a:r>
              <a:t>Modules Implemented (11 Modules — 100% Complete)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8229600" cy="18288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• ✅ Authentication &amp; RBAC (6 roles)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• ✅ Student Management (CRUD + admissions)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• ✅ Staff Management (assignments)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• ✅ Academic Structure (CBC grades, terms)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• ✅ Attendance Tracking (daily marking)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• ✅ Assessment &amp; Grading (CBC + traditional)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109728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• ✅ Report Cards (rankings, averages)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• ✅ Fees Management (invoices, payments)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• ✅ Communication (announcements, DMs)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• ✅ Timetable (weekly grid)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• ✅ Dashboards (Admin + Student)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• ✅ Deployed to Production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7BFF"/>
                </a:solidFill>
              </a:defRPr>
            </a:pPr>
            <a:r>
              <a:t>Security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8229600" cy="18288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JWT authentication with 15-minute access tokens + 7-day refresh tokens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Password hashing with bcrypt (12 salt rounds)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Role-Based Access Control (RBAC) middleware on every route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Redis-backed rate limiting to prevent brute-force attacks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Helmet.js for XSS, CSRF, and clickjacking protection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Input validation (express-validator) + sanitization middleware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Comprehensive audit log (action, entity, user, IP, timestamp)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7BFF"/>
                </a:solidFill>
              </a:defRPr>
            </a:pPr>
            <a:r>
              <a:t>Frontend — 17 Pages Implemented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82296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Page</a:t>
                      </a:r>
                    </a:p>
                  </a:txBody>
                  <a:tcPr>
                    <a:solidFill>
                      <a:srgbClr val="007B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07B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Access</a:t>
                      </a:r>
                    </a:p>
                  </a:txBody>
                  <a:tcPr>
                    <a:solidFill>
                      <a:srgbClr val="007B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Login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Email/password authentication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All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Dashboard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Role-specific analytics &amp; widgets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All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Students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Student list with search, filter, CRUD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Admin/Teacher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Admissions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Approval/rejection workflow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Admin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Staff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Staff management &amp; assignments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Admin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Attendance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Daily marking interface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Teacher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Assessments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Score entry with auto-grading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Teacher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Reports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Report card generation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Admin/Teacher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Fees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Invoices, payments, balances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Bursar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Timetable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Weekly grid view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All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7BFF"/>
                </a:solidFill>
              </a:defRPr>
            </a:pPr>
            <a:r>
              <a:t>Testing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8229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Test Type</a:t>
                      </a:r>
                    </a:p>
                  </a:txBody>
                  <a:tcPr>
                    <a:solidFill>
                      <a:srgbClr val="007B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Tool</a:t>
                      </a:r>
                    </a:p>
                  </a:txBody>
                  <a:tcPr>
                    <a:solidFill>
                      <a:srgbClr val="007B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Tests</a:t>
                      </a:r>
                    </a:p>
                  </a:txBody>
                  <a:tcPr>
                    <a:solidFill>
                      <a:srgbClr val="007B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Pass Rate</a:t>
                      </a:r>
                    </a:p>
                  </a:txBody>
                  <a:tcPr>
                    <a:solidFill>
                      <a:srgbClr val="007B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Unit Testing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Vitest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Key service functions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Integration Testing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Postman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All API endpoints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User Acceptance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Manual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End-to-end workflows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Cross-Browser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Manual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Chrome, Firefox, Edge, Safari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Responsive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DevTools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320px – 1920px viewports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Security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Manual + Helmet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Auth, RBAC, rate limiting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2A2A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46 test cases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7BFF"/>
                </a:solidFill>
              </a:defRPr>
            </a:pPr>
            <a:r>
              <a:t>Challenges &amp; Solutions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Challenge</a:t>
                      </a:r>
                    </a:p>
                  </a:txBody>
                  <a:tcPr>
                    <a:solidFill>
                      <a:srgbClr val="007B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Solution</a:t>
                      </a:r>
                    </a:p>
                  </a:txBody>
                  <a:tcPr>
                    <a:solidFill>
                      <a:srgbClr val="007B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Supabase connection failures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Connection pooling + Prisma retry logic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Data loss after page refresh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Removed auto-seeding from login flow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Assessments not grouped by term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Refactored query with term relations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Dashboard showing placeholder data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Replaced with live API calls</a:t>
                      </a:r>
                    </a:p>
                  </a:txBody>
                  <a:tcPr>
                    <a:solidFill>
                      <a:srgbClr val="22223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Rate limiting in production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Redis-backed store with graceful fallback</a:t>
                      </a:r>
                    </a:p>
                  </a:txBody>
                  <a:tcPr>
                    <a:solidFill>
                      <a:srgbClr val="2A2A4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7BFF"/>
                </a:solidFill>
              </a:defRPr>
            </a:pPr>
            <a:r>
              <a:t>🖥️  LIVE DEMO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7BFF"/>
                </a:solidFill>
              </a:defRPr>
            </a:pPr>
            <a:r>
              <a:t>Future Enhancements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8229600" cy="18288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M-Pesa STK Push Integration — direct mobile money payments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SMS / Email Notifications — automated alerts for attendance &amp; fees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Flutter Parent App — native mobile app for parents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PDF Report Cards — server-side PDF generation with PDFKit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Multi-School Support — extend architecture for multiple institutions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7BFF"/>
                </a:solidFill>
              </a:defRPr>
            </a:pPr>
            <a: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8229600" cy="18288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All 11 modules successfully designed, developed, tested, and deployed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100% functional requirement coverage achieved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System addresses: manual records, data loss, slow reports, poor communication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Fully compliant with Kenya's CBC grading framework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User acceptance testing completed with school administrators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• System is live and accessible to all stakeholders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7B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0E0E0"/>
                </a:solidFill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Mwange Musa Muthami  •  23/05037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663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0E0E0"/>
                </a:solidFill>
              </a:defRPr>
            </a:pPr>
            <a:r>
              <a:t>GitHub: https://github.com/MuthamiM/KYAMATU-SMS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