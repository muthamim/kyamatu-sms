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School Management System for Kyamatu Primary School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Mwange Musa Muthami (23/05037)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February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Student:</a:t>
            </a:r>
            <a:r>
              <a:rPr/>
              <a:t> Mwange Musa Muthami (23/05037)</a:t>
            </a:r>
          </a:p>
          <a:p>
            <a:pPr lvl="0"/>
            <a:r>
              <a:rPr b="1"/>
              <a:t>Programme:</a:t>
            </a:r>
            <a:r>
              <a:rPr/>
              <a:t> Bachelor of Information Technology (BIT 3105)</a:t>
            </a:r>
          </a:p>
          <a:p>
            <a:pPr lvl="0"/>
            <a:r>
              <a:rPr b="1"/>
              <a:t>Supervisor:</a:t>
            </a:r>
            <a:r>
              <a:rPr/>
              <a:t> Dr. Kevin Mugoye Sindu / Dr. Simon N. Mwendia</a:t>
            </a:r>
          </a:p>
          <a:p>
            <a:pPr lvl="0"/>
            <a:r>
              <a:rPr b="1"/>
              <a:t>Submission Date:</a:t>
            </a:r>
            <a:r>
              <a:rPr/>
              <a:t> February 2026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CHAPTER ONE: Background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Setting:</a:t>
            </a:r>
            <a:r>
              <a:rPr/>
              <a:t> Kyamatu Primary School, Voo, Kitui County.</a:t>
            </a:r>
          </a:p>
          <a:p>
            <a:pPr lvl="0"/>
            <a:r>
              <a:rPr b="1"/>
              <a:t>The Core Problem:</a:t>
            </a:r>
            <a:r>
              <a:rPr/>
              <a:t> The institution relies entirely on manual, paper-based workflows for daily administration, attendance, CBC grading, and financial tracking.</a:t>
            </a:r>
          </a:p>
          <a:p>
            <a:pPr lvl="0"/>
            <a:r>
              <a:rPr b="1"/>
              <a:t>Academic &amp; Financial Impact:</a:t>
            </a:r>
          </a:p>
          <a:p>
            <a:pPr lvl="1"/>
            <a:r>
              <a:rPr/>
              <a:t>Up to 15% rate of data degradation and inconsistency across grade transitions (Ministry of Education, 2023).</a:t>
            </a:r>
          </a:p>
          <a:p>
            <a:pPr lvl="1"/>
            <a:r>
              <a:rPr/>
              <a:t>Bursars spend ~30% of their working hours manually reconciling fee ledgers and paper receipts.</a:t>
            </a:r>
          </a:p>
          <a:p>
            <a:pPr lvl="1"/>
            <a:r>
              <a:rPr/>
              <a:t>Parents are completely isolated from real-time academic profiling and fee awareness.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CHAPTER ONE: 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shift from localized software to a multi-tenant, cloud-hosted </a:t>
            </a:r>
            <a:r>
              <a:rPr b="1"/>
              <a:t>Academic Information Management Platform</a:t>
            </a:r>
            <a:r>
              <a:rPr/>
              <a:t>. </a:t>
            </a:r>
            <a:r>
              <a:rPr b="1"/>
              <a:t>Key Differentiators:</a:t>
            </a:r>
            <a:r>
              <a:rPr/>
              <a:t> - Role-Based Hierarchical Web Portals (Admin, Teacher, Parent, Bursar). - A native CBC Formative Grading Algorithm generating instant PDF report documents. - An integrated FinTech ecosystem allowing remote mobile money (M-Pesa) settlements.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CHAPTER ONE: Precise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System Objectives (What it does):</a:t>
            </a:r>
            <a:r>
              <a:rPr/>
              <a:t> 1. Track and compute daily attendance via a Web-QR module. 2. Automate CBC-aligned grade compilation into downloadable PDFs, cutting compilation time by 80%. 3. Process and automatically reconcile remote school fee settlements via Daraja API webhooks.</a:t>
            </a:r>
          </a:p>
          <a:p>
            <a:pPr lvl="0" indent="0" marL="0">
              <a:buNone/>
            </a:pPr>
            <a:r>
              <a:rPr b="1"/>
              <a:t>Research Objectives (What I am verifying):</a:t>
            </a:r>
            <a:r>
              <a:rPr/>
              <a:t> 1. Investigate data loss points in Kyamatu’s existing manual system. 2. Assess the digital literacies and hardware accessibility of the target user base (Staff &amp; Parents). 3. Design and test a full-stack, scalable academic progressive web app.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CHAPTER TWO: 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Bridging the gap in existing proprietary systems.</a:t>
            </a:r>
          </a:p>
          <a:p>
            <a:pPr lvl="0" indent="0" marL="0">
              <a:buNone/>
            </a:pPr>
            <a:r>
              <a:rPr b="1"/>
              <a:t>1. ShulePro</a:t>
            </a:r>
            <a:r>
              <a:rPr/>
              <a:t> - </a:t>
            </a:r>
            <a:r>
              <a:rPr i="1"/>
              <a:t>Gaps identified:</a:t>
            </a:r>
            <a:r>
              <a:rPr/>
              <a:t> A localized desktop architecture offering no remote parental access. Relies on standard summative grading rather than a natively integrated CBC competency algorithm.</a:t>
            </a:r>
          </a:p>
          <a:p>
            <a:pPr lvl="0" indent="0" marL="0">
              <a:buNone/>
            </a:pPr>
            <a:r>
              <a:rPr b="1"/>
              <a:t>2. Zeraki Analytics</a:t>
            </a:r>
            <a:r>
              <a:rPr/>
              <a:t> - </a:t>
            </a:r>
            <a:r>
              <a:rPr i="1"/>
              <a:t>Gaps identified:</a:t>
            </a:r>
            <a:r>
              <a:rPr/>
              <a:t> Highly tuned for complex secondary 8-4-4 ranking structures. Lacks a direct, user-facing M-Pesa STK prompt checkout portal tailored for primary school levies.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CHAPTER THREE: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Research Approach:</a:t>
            </a:r>
            <a:r>
              <a:rPr/>
              <a:t> - Qualitative semi-structured interviews and ethnographic observation with key informants (Headteacher, Bursar). - Non-probability purposive sampling.</a:t>
            </a:r>
          </a:p>
          <a:p>
            <a:pPr lvl="0" indent="0" marL="0">
              <a:buNone/>
            </a:pPr>
            <a:r>
              <a:rPr b="1"/>
              <a:t>Software Development Methodology:</a:t>
            </a:r>
            <a:r>
              <a:rPr/>
              <a:t> - </a:t>
            </a:r>
            <a:r>
              <a:rPr b="1"/>
              <a:t>Agile (Scrum Framework):</a:t>
            </a:r>
            <a:r>
              <a:rPr/>
              <a:t> Development via functional Sprints. - </a:t>
            </a:r>
            <a:r>
              <a:rPr i="1"/>
              <a:t>Sprint 1:</a:t>
            </a:r>
            <a:r>
              <a:rPr/>
              <a:t> Auth &amp; PostgeSQL Architecting. - </a:t>
            </a:r>
            <a:r>
              <a:rPr i="1"/>
              <a:t>Sprint 2:</a:t>
            </a:r>
            <a:r>
              <a:rPr/>
              <a:t> CBC Grading Engine &amp; Web-QR. - </a:t>
            </a:r>
            <a:r>
              <a:rPr i="1"/>
              <a:t>Sprint 3:</a:t>
            </a:r>
            <a:r>
              <a:rPr/>
              <a:t> Node.js M-Pesa FinTech Integration.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Budget &amp; Schedule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Envisaged Hardware/Software Budget:</a:t>
            </a:r>
            <a:r>
              <a:rPr/>
              <a:t> KES 99,000.</a:t>
            </a:r>
          </a:p>
          <a:p>
            <a:pPr lvl="1"/>
            <a:r>
              <a:rPr/>
              <a:t>Accounts for development workstations, testing smartphones, Cloudflare/Render Node.js hosting, and ISP subscriptions.</a:t>
            </a:r>
          </a:p>
          <a:p>
            <a:pPr lvl="0"/>
            <a:r>
              <a:rPr b="1"/>
              <a:t>Project Schedule (Agile Roadmap):</a:t>
            </a:r>
          </a:p>
          <a:p>
            <a:pPr lvl="1"/>
            <a:r>
              <a:rPr/>
              <a:t>Requirements &amp; System Design (Sept - Oct 2025)</a:t>
            </a:r>
          </a:p>
          <a:p>
            <a:pPr lvl="1"/>
            <a:r>
              <a:rPr/>
              <a:t>Sprint Implementation (Nov 2025 - Jan 2026)</a:t>
            </a:r>
          </a:p>
          <a:p>
            <a:pPr lvl="1"/>
            <a:r>
              <a:rPr/>
              <a:t>Maintenance, Handover, &amp; Final Documentation (Feb 2026)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System Demonstration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(Focus on mitigating the observed bottlenecks)</a:t>
            </a:r>
          </a:p>
          <a:p>
            <a:pPr lvl="0" indent="-342900" marL="342900">
              <a:buAutoNum type="arabicPeriod"/>
            </a:pPr>
            <a:r>
              <a:rPr/>
              <a:t>Analytics visualization across Role-Specific Dashboards.</a:t>
            </a:r>
          </a:p>
          <a:p>
            <a:pPr lvl="0" indent="-342900" marL="342900">
              <a:buAutoNum type="arabicPeriod"/>
            </a:pPr>
            <a:r>
              <a:rPr/>
              <a:t>Formative Grading computation and native Browser PDF rendering.</a:t>
            </a:r>
          </a:p>
          <a:p>
            <a:pPr lvl="0" indent="-342900" marL="342900">
              <a:buAutoNum type="arabicPeriod"/>
            </a:pPr>
            <a:r>
              <a:rPr/>
              <a:t>The Web-QR Digital Attendance validation scanner.</a:t>
            </a:r>
          </a:p>
          <a:p>
            <a:pPr lvl="0" indent="-342900" marL="342900">
              <a:buAutoNum type="arabicPeriod"/>
            </a:pPr>
            <a:r>
              <a:rPr/>
              <a:t>Remote financial settlement via M-Pesa Daraja Integration.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 &amp; Significance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Replaces disjointed paper registries with a consolidated, secure digital ledger.</a:t>
            </a:r>
          </a:p>
          <a:p>
            <a:pPr lvl="0"/>
            <a:r>
              <a:rPr/>
              <a:t>Provides school administration with real-time empirical data for decisive action.</a:t>
            </a:r>
          </a:p>
          <a:p>
            <a:pPr lvl="0"/>
            <a:r>
              <a:rPr/>
              <a:t>Creates an unprecedented remote communication bridge between rural parents and academic institutions through integrated mobile payment and grading portals.</a:t>
            </a:r>
          </a:p>
          <a:p>
            <a:pPr lvl="0" indent="0" marL="0">
              <a:buNone/>
            </a:pPr>
            <a:r>
              <a:rPr b="1"/>
              <a:t>Thank you.</a:t>
            </a:r>
            <a:r>
              <a:rPr/>
              <a:t> </a:t>
            </a:r>
            <a:r>
              <a:rPr i="1"/>
              <a:t>Any Questions?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 Management System for Kyamatu Primary School</dc:title>
  <dc:creator>Mwange Musa Muthami (23/05037)</dc:creator>
  <cp:keywords/>
  <dcterms:created xsi:type="dcterms:W3CDTF">2026-02-21T14:27:32Z</dcterms:created>
  <dcterms:modified xsi:type="dcterms:W3CDTF">2026-02-21T14:27:32Z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February 2026</vt:lpwstr>
  </property>
</Properties>
</file>